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idea: Cline writes the code, VERITY shows which part of your documents each piece of code came from. Keep the intro under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concrete: a payment-gateway spec, a protocol RFC, an internal design doc. Agents read what fits in context, so clauses get missed or guessed. The review burden lands back on the developer.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Developers are the primary audience and the one we demo. Teams and researchers use the same evidence layer, which shows the idea generalises.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documents become a knowledge space, retrieval produces cited evidence, Cline reasons and writes code, and the coverage report closes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scope: five things must work end to end. Anything marked stretch is only built if time remains.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Cline talks to VERITY only through MCP, so the same retrieval core serves native Cline and, if time allows, a small UI and an embedded SDK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the judging criterion on Cline integration. MCP is the primary path and gets built first; the SDK path is a stretch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 demo story. The coverage numbers on the right are illustrative; at the finale we show the real output and the measured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1 to 3 build the loop; phase 4 is where we run the with/without comparison. Be upfront about the prior-work note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value: give your coding agent the spec, and the receipts.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548640"/>
            <a:ext cx="0" cy="576072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548640"/>
            <a:ext cx="0" cy="576072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548640"/>
            <a:ext cx="0" cy="576072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548640"/>
            <a:ext cx="0" cy="576072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548640"/>
            <a:ext cx="0" cy="576072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548640"/>
            <a:ext cx="0" cy="576072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5760" y="548640"/>
            <a:ext cx="0" cy="576072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548640"/>
            <a:ext cx="3840480" cy="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1188720"/>
            <a:ext cx="3840480" cy="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1828800"/>
            <a:ext cx="3840480" cy="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2468880"/>
            <a:ext cx="3840480" cy="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108960"/>
            <a:ext cx="3840480" cy="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3749040"/>
            <a:ext cx="3840480" cy="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4389120"/>
            <a:ext cx="3840480" cy="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5029200"/>
            <a:ext cx="3840480" cy="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5669280"/>
            <a:ext cx="3840480" cy="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6309360"/>
            <a:ext cx="3840480" cy="0"/>
          </a:xfrm>
          <a:prstGeom prst="line">
            <a:avLst/>
          </a:prstGeom>
          <a:noFill/>
          <a:ln w="9525">
            <a:solidFill>
              <a:srgbClr val="2B31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94776" y="1088136"/>
            <a:ext cx="201168" cy="201168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15016" y="172821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4856" y="300837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20856" y="4014216"/>
            <a:ext cx="201168" cy="201168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94776" y="502005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15016" y="5568696"/>
            <a:ext cx="201168" cy="201168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14173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</a:t>
            </a:r>
            <a:endParaRPr lang="en-US" sz="66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2560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EC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SPEC-GROUNDED EVIDENCE FOR CODING AGENTS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154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documents. Your specs.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Cline can cite.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731520" y="4434840"/>
            <a:ext cx="6309360" cy="777240"/>
          </a:xfrm>
          <a:prstGeom prst="roundRect">
            <a:avLst>
              <a:gd name="adj" fmla="val 9412"/>
            </a:avLst>
          </a:prstGeom>
          <a:solidFill>
            <a:srgbClr val="2B3132"/>
          </a:solidFill>
          <a:ln w="9525">
            <a:solidFill>
              <a:srgbClr val="4B51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44348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</a:t>
            </a:r>
            <a:pPr indent="0" marL="0">
              <a:buNone/>
            </a:pPr>
            <a:r>
              <a:rPr lang="en-US" sz="1400" dirty="0">
                <a:solidFill>
                  <a:srgbClr val="BEC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knowledge + evidence layer</a:t>
            </a:r>
            <a:pPr indent="0" marL="0">
              <a:buNone/>
            </a:pPr>
            <a:r>
              <a:rPr lang="en-US" sz="14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+ 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</a:t>
            </a:r>
            <a:pPr indent="0" marL="0">
              <a:buNone/>
            </a:pPr>
            <a:r>
              <a:rPr lang="en-US" sz="1400" dirty="0">
                <a:solidFill>
                  <a:srgbClr val="BEC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reasoning layer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760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EC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 Patil  ·  Piyush Ghayal  ·  Vandit Gupta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6080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 AI Builders Hackathon  ·  IIT Kanpur  ·  Round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 implement from memory, not from your specs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API docs and design decisions live in documents. Agents skim them, and nobody can see what was skipped.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/  CLINE AI BUILDERS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351129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97180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requirements are invisible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749040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skim long specs. A missed clause still compiles and passes a shallow test, and nothing flags it.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38828" y="1965960"/>
            <a:ext cx="351129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3148" y="2240280"/>
            <a:ext cx="502920" cy="50292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13148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613148" y="297180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get filled in from memory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613148" y="3749040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document is not in context, the agent guesses field names, limits and error codes that merely sound right.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29016" y="1965960"/>
            <a:ext cx="351129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03336" y="2240280"/>
            <a:ext cx="502920" cy="50292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03336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403336" y="297180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links code to the document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8403336" y="3749040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cannot tell which clause a line implements, so every review starts by re-reading the spec.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61B1D"/>
          </a:solidFill>
          <a:ln w="12700">
            <a:solidFill>
              <a:srgbClr val="161B1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re-read the spec to check the agent, which is the work the agent was meant to remove.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TARGET AUDIENCE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VERITY for?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needs AI to work from private documents and show where each answer came from.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/  CLINE AI BUILDERS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603504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1762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1762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51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&amp; engineering teams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“Implement this module according to our API spec.”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7033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payment-gateway specifications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RFCs and protocol documents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datasheets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docs and design decisions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0" y="1920240"/>
            <a:ext cx="4782312" cy="1691640"/>
          </a:xfrm>
          <a:prstGeom prst="roundRect">
            <a:avLst>
              <a:gd name="adj" fmla="val 4324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13232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knowledge workers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2606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B3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evidence behind this project decision.”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3108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docs, specifications, decision records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58000" y="3931920"/>
            <a:ext cx="4782312" cy="1691640"/>
          </a:xfrm>
          <a:prstGeom prst="roundRect">
            <a:avLst>
              <a:gd name="adj" fmla="val 4324"/>
            </a:avLst>
          </a:prstGeom>
          <a:solidFill>
            <a:srgbClr val="E5F0E9"/>
          </a:solidFill>
          <a:ln w="12700">
            <a:solidFill>
              <a:srgbClr val="E5F0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13232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researchers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7132320" y="4617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B3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these papers on RAG limitations.”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5120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lecture notes, literature reviews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need:   </a:t>
            </a:r>
            <a:pPr algn="l" indent="0" marL="0">
              <a:buNone/>
            </a:pPr>
            <a:r>
              <a:rPr lang="en-US" sz="16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+  Evidence  +  Source  +  Provenance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turns documents into evidence Cline can cite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knowledge space that coding agents can query, cite, and be checked against.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/  CLINE AI BUILDERS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8986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MD · TXT · code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926080" y="2679192"/>
            <a:ext cx="493776" cy="0"/>
          </a:xfrm>
          <a:prstGeom prst="line">
            <a:avLst/>
          </a:prstGeom>
          <a:noFill/>
          <a:ln w="25400">
            <a:solidFill>
              <a:srgbClr val="BA2D3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465576" y="19202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48456" y="2103120"/>
            <a:ext cx="365760" cy="36576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48456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648456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SPACE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48456" y="28986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chunk · index · requirement IDs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43016" y="2679192"/>
            <a:ext cx="493776" cy="0"/>
          </a:xfrm>
          <a:prstGeom prst="line">
            <a:avLst/>
          </a:prstGeom>
          <a:noFill/>
          <a:ln w="25400">
            <a:solidFill>
              <a:srgbClr val="BA2D32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382512" y="19202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65392" y="2103120"/>
            <a:ext cx="365760" cy="36576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65392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565392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565392" y="28986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· rank · cite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759952" y="2679192"/>
            <a:ext cx="493776" cy="0"/>
          </a:xfrm>
          <a:prstGeom prst="line">
            <a:avLst/>
          </a:prstGeom>
          <a:noFill/>
          <a:ln w="25400">
            <a:solidFill>
              <a:srgbClr val="BA2D32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299448" y="19202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482328" y="2103120"/>
            <a:ext cx="365760" cy="36576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8232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482328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9482328" y="28986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· explain · report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3794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USE IT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4160520"/>
            <a:ext cx="3511296" cy="1783080"/>
          </a:xfrm>
          <a:prstGeom prst="roundRect">
            <a:avLst>
              <a:gd name="adj" fmla="val 4103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822960" y="438912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39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489204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spec say about this case?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338828" y="4160520"/>
            <a:ext cx="3511296" cy="1783080"/>
          </a:xfrm>
          <a:prstGeom prst="roundRect">
            <a:avLst>
              <a:gd name="adj" fmla="val 4103"/>
            </a:avLst>
          </a:prstGeom>
          <a:solidFill>
            <a:srgbClr val="F7E7E7"/>
          </a:solidFill>
          <a:ln w="12700">
            <a:solidFill>
              <a:srgbClr val="F7E7E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4613148" y="438912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4613148" y="489204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this module and cite every requirement used.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129016" y="4160520"/>
            <a:ext cx="3511296" cy="1783080"/>
          </a:xfrm>
          <a:prstGeom prst="roundRect">
            <a:avLst>
              <a:gd name="adj" fmla="val 4103"/>
            </a:avLst>
          </a:prstGeom>
          <a:solidFill>
            <a:srgbClr val="E5F0E9"/>
          </a:solidFill>
          <a:ln w="12700">
            <a:solidFill>
              <a:srgbClr val="E5F0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8403336" y="438912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36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8403336" y="489204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requirements have code or tests, and which do not?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CORE FEATURES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includes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must-haves for the finale. The evidence matrix, SDK embedding and UI polish are stretch goals.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/  CLINE AI BUILDERS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226771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7889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ingestion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15468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MD, TXT and code parsed into chunks with requirement IDs, page and section.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38828" y="192024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3148" y="2148840"/>
            <a:ext cx="457200" cy="45720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1314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36108" y="226771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613148" y="27889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613148" y="315468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semantic search plus SQLite FTS5, fused with RRF and reranked.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29016" y="192024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03336" y="2148840"/>
            <a:ext cx="457200" cy="45720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0333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226296" y="226771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403336" y="27889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evidence cards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403336" y="315468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Requirement, chunk, document and page, shown with every answer.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411480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645920" y="446227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498348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for Cline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534924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search_evidence, get_requirement and check_coverage exposed to native Cline.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338828" y="411480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13148" y="4343400"/>
            <a:ext cx="457200" cy="45720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613148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5436108" y="446227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613148" y="498348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report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4613148" y="534924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requirements have code or tests, and which are still missing.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8129016" y="411480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F8F9F7"/>
          </a:solidFill>
          <a:ln w="9525">
            <a:solidFill>
              <a:srgbClr val="7D8586"/>
            </a:solidFill>
            <a:prstDash val="dash"/>
          </a:ln>
        </p:spPr>
      </p:sp>
      <p:sp>
        <p:nvSpPr>
          <p:cNvPr id="39" name="Shape 36"/>
          <p:cNvSpPr/>
          <p:nvPr/>
        </p:nvSpPr>
        <p:spPr>
          <a:xfrm>
            <a:off x="8403336" y="4343400"/>
            <a:ext cx="457200" cy="457200"/>
          </a:xfrm>
          <a:prstGeom prst="ellipse">
            <a:avLst/>
          </a:prstGeom>
          <a:solidFill>
            <a:srgbClr val="7D8586"/>
          </a:solidFill>
          <a:ln w="12700">
            <a:solidFill>
              <a:srgbClr val="7D858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403336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9226296" y="446227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403336" y="498348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matrix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8403336" y="534924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Agreement, conflict and qualification across multiple sources.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technical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compact, local-first stack designed to be buildable in the 8-hour finale.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/  CLINE AI BUILDERS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0" y="1783080"/>
            <a:ext cx="6702552" cy="457200"/>
          </a:xfrm>
          <a:prstGeom prst="roundRect">
            <a:avLst>
              <a:gd name="adj" fmla="val 16000"/>
            </a:avLst>
          </a:prstGeom>
          <a:solidFill>
            <a:srgbClr val="161B1D"/>
          </a:solidFill>
          <a:ln w="12700">
            <a:solidFill>
              <a:srgbClr val="161B1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43200" y="1783080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   ·   VS Code / CLI / SDK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94476" y="2258568"/>
            <a:ext cx="0" cy="192024"/>
          </a:xfrm>
          <a:prstGeom prst="line">
            <a:avLst/>
          </a:prstGeom>
          <a:noFill/>
          <a:ln w="25400">
            <a:solidFill>
              <a:srgbClr val="BA2D3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43200" y="2468880"/>
            <a:ext cx="67025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BA2D3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743200" y="2523744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MCP SERVER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2779776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search_evidence  ·  get_requirement  ·  check_coverage  ·  compare_sources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94476" y="3172968"/>
            <a:ext cx="0" cy="192024"/>
          </a:xfrm>
          <a:prstGeom prst="line">
            <a:avLst/>
          </a:prstGeom>
          <a:noFill/>
          <a:ln w="25400">
            <a:solidFill>
              <a:srgbClr val="BA2D3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743200" y="3383280"/>
            <a:ext cx="67025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743200" y="3438144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CORE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743200" y="3694176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planning  ·  retrieval  ·  citations  ·  coverage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3832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9F7"/>
          </a:solidFill>
          <a:ln w="9525">
            <a:solidFill>
              <a:srgbClr val="7D8586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548640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468880" y="3726180"/>
            <a:ext cx="274320" cy="0"/>
          </a:xfrm>
          <a:prstGeom prst="line">
            <a:avLst/>
          </a:prstGeom>
          <a:noFill/>
          <a:ln w="19050">
            <a:solidFill>
              <a:srgbClr val="7D858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9720072" y="33832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9F7"/>
          </a:solidFill>
          <a:ln w="9525">
            <a:solidFill>
              <a:srgbClr val="7D8586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9720072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445752" y="3726180"/>
            <a:ext cx="274320" cy="0"/>
          </a:xfrm>
          <a:prstGeom prst="line">
            <a:avLst/>
          </a:prstGeom>
          <a:noFill/>
          <a:ln w="19050">
            <a:solidFill>
              <a:srgbClr val="7D8586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3799332" y="4087368"/>
            <a:ext cx="0" cy="182880"/>
          </a:xfrm>
          <a:prstGeom prst="line">
            <a:avLst/>
          </a:prstGeom>
          <a:noFill/>
          <a:ln w="25400">
            <a:solidFill>
              <a:srgbClr val="7D8586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743200" y="4297680"/>
            <a:ext cx="2112264" cy="685800"/>
          </a:xfrm>
          <a:prstGeom prst="roundRect">
            <a:avLst>
              <a:gd name="adj" fmla="val 10667"/>
            </a:avLst>
          </a:prstGeom>
          <a:solidFill>
            <a:srgbClr val="EFEBE1"/>
          </a:solidFill>
          <a:ln w="12700">
            <a:solidFill>
              <a:srgbClr val="EFEBE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743200" y="4352544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2788920" y="4608576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embeddings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094476" y="4087368"/>
            <a:ext cx="0" cy="182880"/>
          </a:xfrm>
          <a:prstGeom prst="line">
            <a:avLst/>
          </a:prstGeom>
          <a:noFill/>
          <a:ln w="25400">
            <a:solidFill>
              <a:srgbClr val="7D8586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038344" y="4297680"/>
            <a:ext cx="2112264" cy="685800"/>
          </a:xfrm>
          <a:prstGeom prst="roundRect">
            <a:avLst>
              <a:gd name="adj" fmla="val 10667"/>
            </a:avLst>
          </a:prstGeom>
          <a:solidFill>
            <a:srgbClr val="EFEBE1"/>
          </a:solidFill>
          <a:ln w="12700">
            <a:solidFill>
              <a:srgbClr val="EFEBE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38344" y="4352544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084064" y="4608576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FTS5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389620" y="4087368"/>
            <a:ext cx="0" cy="182880"/>
          </a:xfrm>
          <a:prstGeom prst="line">
            <a:avLst/>
          </a:prstGeom>
          <a:noFill/>
          <a:ln w="25400">
            <a:solidFill>
              <a:srgbClr val="7D8586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333488" y="4297680"/>
            <a:ext cx="2112264" cy="685800"/>
          </a:xfrm>
          <a:prstGeom prst="roundRect">
            <a:avLst>
              <a:gd name="adj" fmla="val 10667"/>
            </a:avLst>
          </a:prstGeom>
          <a:solidFill>
            <a:srgbClr val="EFEBE1"/>
          </a:solidFill>
          <a:ln w="12700">
            <a:solidFill>
              <a:srgbClr val="EFEBE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33488" y="4352544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379208" y="4608576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· page · section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2743200" y="5212080"/>
            <a:ext cx="6702552" cy="457200"/>
          </a:xfrm>
          <a:prstGeom prst="roundRect">
            <a:avLst>
              <a:gd name="adj" fmla="val 16000"/>
            </a:avLst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743200" y="5212080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   →   RERANKING   →   EVIDENCE SET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Python · FastAPI · SQLite / FTS5 · BGE-M3 · BGE reranker · MCP · Cline SDK · React (stretch)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CLINE 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just use Cline to build VERITY. We make Cline use VERITY.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EC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path (MCP into native Cline) and one stretch path (Cline SDK inside VERITY).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/  CLINE AI BUILDERS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6400800" cy="3063240"/>
          </a:xfrm>
          <a:prstGeom prst="roundRect">
            <a:avLst>
              <a:gd name="adj" fmla="val 2985"/>
            </a:avLst>
          </a:prstGeom>
          <a:solidFill>
            <a:srgbClr val="2B3132"/>
          </a:solidFill>
          <a:ln w="9525">
            <a:solidFill>
              <a:srgbClr val="4B515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7432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VERITY MCP → CLINE   ·   PRIMARY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63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 inside native Cline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611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61B1D"/>
          </a:solidFill>
          <a:ln w="9525">
            <a:solidFill>
              <a:srgbClr val="7D85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611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331720" y="3863340"/>
            <a:ext cx="365760" cy="0"/>
          </a:xfrm>
          <a:prstGeom prst="line">
            <a:avLst/>
          </a:prstGeom>
          <a:noFill/>
          <a:ln w="25400">
            <a:solidFill>
              <a:srgbClr val="FF969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743200" y="3611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61B1D"/>
          </a:solidFill>
          <a:ln w="9525">
            <a:solidFill>
              <a:srgbClr val="7D858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43200" y="3611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251960" y="3863340"/>
            <a:ext cx="365760" cy="0"/>
          </a:xfrm>
          <a:prstGeom prst="line">
            <a:avLst/>
          </a:prstGeom>
          <a:noFill/>
          <a:ln w="25400">
            <a:solidFill>
              <a:srgbClr val="FF969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663440" y="3611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61B1D"/>
          </a:solidFill>
          <a:ln w="9525">
            <a:solidFill>
              <a:srgbClr val="7D858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63440" y="3611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2976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EC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search_evidence() · get_requirement() · check_coverage() · compare_sources()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70916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 retrieves cited requirements before and while it writes code, then reports what is covered.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223760" y="2514600"/>
            <a:ext cx="4416552" cy="3063240"/>
          </a:xfrm>
          <a:prstGeom prst="roundRect">
            <a:avLst>
              <a:gd name="adj" fmla="val 2985"/>
            </a:avLst>
          </a:prstGeom>
          <a:solidFill>
            <a:srgbClr val="2B3132"/>
          </a:solidFill>
          <a:ln w="9525">
            <a:solidFill>
              <a:srgbClr val="4B5152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7498080" y="2743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EC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CLINE SDK → VERITY   ·   STRETCH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agent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7498080" y="36118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161B1D"/>
          </a:solidFill>
          <a:ln w="9525">
            <a:solidFill>
              <a:srgbClr val="7D858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 agent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613648" y="3863340"/>
            <a:ext cx="237744" cy="0"/>
          </a:xfrm>
          <a:prstGeom prst="line">
            <a:avLst/>
          </a:prstGeom>
          <a:noFill/>
          <a:ln w="25400">
            <a:solidFill>
              <a:srgbClr val="BEC5C3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869680" y="36118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161B1D"/>
          </a:solidFill>
          <a:ln w="9525">
            <a:solidFill>
              <a:srgbClr val="7D858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86968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tools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985248" y="3863340"/>
            <a:ext cx="237744" cy="0"/>
          </a:xfrm>
          <a:prstGeom prst="line">
            <a:avLst/>
          </a:prstGeom>
          <a:noFill/>
          <a:ln w="25400">
            <a:solidFill>
              <a:srgbClr val="BEC5C3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241280" y="36118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161B1D"/>
          </a:solidFill>
          <a:ln w="9525">
            <a:solidFill>
              <a:srgbClr val="7D858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24128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498080" y="44348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EC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inside the VERITY app reasons over a knowledge space and answers with cited evidence.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 = REASONING</a:t>
            </a:r>
            <a:pPr algn="ctr" indent="0" marL="0">
              <a:buNone/>
            </a:pPr>
            <a:r>
              <a:rPr lang="en-US" sz="1800" b="1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/     </a:t>
            </a:r>
            <a:pPr algn="ctr" indent="0" marL="0">
              <a:buNone/>
            </a:pPr>
            <a:r>
              <a:rPr lang="en-US" sz="1800" b="1" dirty="0">
                <a:solidFill>
                  <a:srgbClr val="F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= EVIDENCE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task, with and without VERITY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“Implement the refund endpoint according to payments-spec.pdf.” (illustrative spec)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/  CLINE AI BUILDERS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502920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2148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VERITY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0604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 works from whatever fits in context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code, with edge-case clauses silently skipped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what is missing without re-reading the spec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120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finished. Cannot be verified.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806440" y="3611880"/>
            <a:ext cx="548640" cy="548640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0644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583680" y="1920240"/>
            <a:ext cx="5056632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BA2D3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858000" y="2148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VERITY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560320"/>
            <a:ext cx="4507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 calls search_evidence() for each requirement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comments cite requirement IDs and page numbers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0" y="3840480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check_coverage()  ·  illustrative output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0" y="4114800"/>
            <a:ext cx="4507992" cy="384048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 w="12700">
            <a:solidFill>
              <a:srgbClr val="E5F0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95160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REQ-04  Refund window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32688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6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 ·  refund.py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58000" y="4572000"/>
            <a:ext cx="4507992" cy="384048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 w="12700">
            <a:solidFill>
              <a:srgbClr val="E5F0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95160" y="4572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REQ-07  Partial refunds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326880" y="4572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6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 ·  refund.py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58000" y="5029200"/>
            <a:ext cx="4507992" cy="384048"/>
          </a:xfrm>
          <a:prstGeom prst="roundRect">
            <a:avLst>
              <a:gd name="adj" fmla="val 14286"/>
            </a:avLst>
          </a:prstGeom>
          <a:solidFill>
            <a:srgbClr val="F7E7E7"/>
          </a:solidFill>
          <a:ln w="12700">
            <a:solidFill>
              <a:srgbClr val="F7E7E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95160" y="5029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REQ-11  Duplicate request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326880" y="5029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coverage numbers will be measured and shown live at the finale.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STAGE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8-hour plan, and how we’ll prove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prototype: a complete evidence-to-agent loop, then a measured comparison.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/  CLINE AI BUILDERS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667512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057400"/>
            <a:ext cx="475488" cy="475488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0–2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185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965960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parsing, chunking, requirement IDs, embeddings and FTS5.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862072"/>
            <a:ext cx="667512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044952"/>
            <a:ext cx="475488" cy="475488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2–4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" y="3172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&amp; cite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3383280" y="2953512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fusion, reranking, evidence cards with page-level citations.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849624"/>
            <a:ext cx="667512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77240" y="4032504"/>
            <a:ext cx="475488" cy="475488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032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08760" y="3959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4–6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50876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3383280" y="3941064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server, Cline workflow rule, and the coverage report.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4837176"/>
            <a:ext cx="667512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9525">
            <a:solidFill>
              <a:srgbClr val="DADE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7240" y="5020056"/>
            <a:ext cx="475488" cy="475488"/>
          </a:xfrm>
          <a:prstGeom prst="ellipse">
            <a:avLst/>
          </a:prstGeom>
          <a:solidFill>
            <a:srgbClr val="BA2D32"/>
          </a:solidFill>
          <a:ln w="12700">
            <a:solidFill>
              <a:srgbClr val="BA2D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5020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508760" y="4946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6–8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508760" y="5148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&amp; polish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3383280" y="4928616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with/without comparison and rehearse. Stretch goals only if time remains.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498080" y="1874520"/>
            <a:ext cx="4142232" cy="3813048"/>
          </a:xfrm>
          <a:prstGeom prst="roundRect">
            <a:avLst>
              <a:gd name="adj" fmla="val 2398"/>
            </a:avLst>
          </a:prstGeom>
          <a:solidFill>
            <a:srgbClr val="161B1D"/>
          </a:solidFill>
          <a:ln w="12700">
            <a:solidFill>
              <a:srgbClr val="161B1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WE’LL PROVE IT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spec-based tasks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0" y="3063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EC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 with VERITY vs. Cline without it, on the same specs.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7772400" y="4224528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correctly implemented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taken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used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work:  </a:t>
            </a:r>
            <a:pPr indent="0" marL="0">
              <a:buNone/>
            </a:pPr>
            <a:r>
              <a:rPr lang="en-US" sz="1200" dirty="0">
                <a:solidFill>
                  <a:srgbClr val="5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core builds on earlier work by a team member (Atharv Patil). The sprint adds the Cline integration, coverage check, evaluation and demo.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CLOSING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should implement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documents say,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show their work.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66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EC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creates the missing layer between your documents, evidence, and the agent that acts on them.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03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coding agent the spec, and the receipts.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 Patil  ·  Piyush Ghayal  ·  Vandit Gupta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89520" y="14173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EFEBE1"/>
          </a:solidFill>
          <a:ln w="12700">
            <a:solidFill>
              <a:srgbClr val="EFEB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1417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601200" y="2176272"/>
            <a:ext cx="0" cy="365760"/>
          </a:xfrm>
          <a:prstGeom prst="line">
            <a:avLst/>
          </a:prstGeom>
          <a:noFill/>
          <a:ln w="25400">
            <a:solidFill>
              <a:srgbClr val="FF969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589520" y="26060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7E7E7"/>
          </a:solidFill>
          <a:ln w="12700">
            <a:solidFill>
              <a:srgbClr val="F7E7E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0" y="2606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601200" y="3364992"/>
            <a:ext cx="0" cy="365760"/>
          </a:xfrm>
          <a:prstGeom prst="line">
            <a:avLst/>
          </a:prstGeom>
          <a:noFill/>
          <a:ln w="25400">
            <a:solidFill>
              <a:srgbClr val="FF969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589520" y="37947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89520" y="3794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601200" y="4553712"/>
            <a:ext cx="0" cy="365760"/>
          </a:xfrm>
          <a:prstGeom prst="line">
            <a:avLst/>
          </a:prstGeom>
          <a:noFill/>
          <a:ln w="25400">
            <a:solidFill>
              <a:srgbClr val="FF969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589520" y="49834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E5F0E9"/>
          </a:solidFill>
          <a:ln w="12700">
            <a:solidFill>
              <a:srgbClr val="E5F0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89520" y="4983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6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COVERAGE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/  CLINE AI BUILDERS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VERITY - Cline AI Builders Hackathon (Round 1)</dc:title>
  <dc:subject>PptxGenJS Presentation</dc:subject>
  <dc:creator>Atharv Patil, Piyush Ghayal, Vandit Gupta</dc:creator>
  <cp:lastModifiedBy>Atharv Patil, Piyush Ghayal, Vandit Gupta</cp:lastModifiedBy>
  <cp:revision>1</cp:revision>
  <dcterms:created xsi:type="dcterms:W3CDTF">2026-10-03T04:29:07Z</dcterms:created>
  <dcterms:modified xsi:type="dcterms:W3CDTF">2026-10-03T04:29:07Z</dcterms:modified>
</cp:coreProperties>
</file>